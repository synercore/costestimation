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and each shift ends with a SUB TOTAL of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Hover SIL &amp; ECC for the ₱30 ECC. 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