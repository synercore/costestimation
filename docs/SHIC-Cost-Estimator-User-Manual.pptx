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5" r:id="rId36"/>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86" r:id="rId37"/>
    <p:sldId id="272" r:id="rId18"/>
    <p:sldId id="279" r:id="rId30"/>
    <p:sldId id="282" r:id="rId33"/>
    <p:sldId id="273" r:id="rId19"/>
    <p:sldId id="274" r:id="rId20"/>
    <p:sldId id="275" r:id="rId21"/>
    <p:sldId id="287" r:id="rId38"/>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26.xml"/><Relationship Id="rId31" Type="http://schemas.openxmlformats.org/officeDocument/2006/relationships/slide" Target="slides/slide11.xml"/><Relationship Id="rId32" Type="http://schemas.openxmlformats.org/officeDocument/2006/relationships/slide" Target="slides/slide20.xml"/><Relationship Id="rId33" Type="http://schemas.openxmlformats.org/officeDocument/2006/relationships/slide" Target="slides/slide27.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4.xml"/><Relationship Id="rId37" Type="http://schemas.openxmlformats.org/officeDocument/2006/relationships/slide" Target="slides/slide24.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opens on 🏠 My Work — your to-do list. Then work the tabs left to right; each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START HERE · MY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waiting on you</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first tab, and where the app opens. A red number on the tab — and in the window title — counts what waits on you, from any tab.</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 numbers across the top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Awaiting my signature — approvals routed to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CEs assigned — with how many are overdue or due within 3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Returned to me — CEs an approver sent back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Submitted this month, with value · On-time rate (red under 80%) · Won this year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lists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my approval — 👁 View, then Approve &amp; Sign or Return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Returned to me — Load it, fix it, submit again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open CEs — most urgent first, with the deadline countdown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drafts — Resume · ⏳ My CEs in approval — who it waits on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item mid-session pops up a notice; the badge always matches the lists</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 Descriptions pick from the Masterlist, rate and unit included.</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Onsite jobs run on the client’s supply, so power is never charged there. The columns show on Shopworks CEs while an admin has ⚡ Tool Power ON.</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Link a line to a user and give it a Step to route it for approval in the app (see Approvals). Unlinked lines are signed by hand as before.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costs charged once per job, e.g. transport) ÷ Quantity. The once-per-job total shows under it.</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 and Discipline is required. On the Summary the Keep group reads Resume Work · Draft · Save · Revise; hover any button for what it does.</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to print or save as PDF. 👁 Preview shows it in one window without the print dialog. Both work offline.</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Every page: logo and Document No. at the top; Document No. and Page X of Y at the foot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Signatories print four to a row, so signatures stay full size</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CE TYPE on the left under each title bar; CE No. and date on the right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In the print dialog set Margins to None — each page carries its own</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9 · APPROVALS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Review and sign in the app</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Approvers read and sign the CE without loading it. Every signature is stamped with who signed and when.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Routing it (Summary → Signatories)</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Link each signatory line to a user account; give it a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Same step = sign at the same time; the next step opens when all have signed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Submit for approval works on a new or an already-saved CE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Approvers see a red count on 🏠 My Work and a notice when it arrives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Withdraw (submitter or admin) takes it back; route it again on the same number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Signing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Set it up once: ✍ My Signature (top bar) — draw or upload; saved to your account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From My Work: 👁 View → ✍ Approve &amp; Sign — your saved signature is already on the pad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Stamped with “E-SIGNED · name”, title, date, time and CE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 needs a comment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 saved edit — figures, scope, notes, a line — clears every signature, hand-drawn too</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Buttons are grouped by row: Status · Remarks · Assign, then View · Load · Edit, then CE · xlsx · 📎. 👁 View also works on drafts; ⬇ xlsx downloads without opening a tab. ✍ Awaiting my signature filters to CEs waiting on you.</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A pop-up says you are offline, so nobody works believing it reached the team. Rates and saved CEs are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A pop-up offers Sign in to Microsoft; later, use ⚠ Sign in to Microsoft in the top bar.</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 "Save was interrupted" on opening: the saver does this, or saves it again.</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cost, life, maintenance and kW — 💲 works out the tier prices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tier figures and Power (kW) included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red x asks first; deleted items go to 🗑 Trash for 30 days to Restore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MAKE IT YOURS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Themes and backgrounds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Press 🎨 in the top bar. The choice is kept in your browser only; printed CEs and exports never change.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Theme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Ten palettes: Dark Slate, Executive Light, Ocean, Forest, Nebula, Graphite, Sunset, Lavender, Sakura, Mint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Executive Light is softened — easier on the eyes than plain white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Pick again at any time; nothing on the CE changes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Background</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Six gradients, or ⬆ Photo to use your own picture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Soften fades the background so text stays readable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Cards and tables stay solid on top of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None puts the plain canvas back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