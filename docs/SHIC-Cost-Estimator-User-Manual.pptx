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77" r:id="rId28"/>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Deleting a main item also deletes its sub-steps and every resource assigned to them. The app tells you how many and gives you 10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rather than mysterious — they are different crews on different tasks. Change a row’s task here or in SOW Breakdown.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Regular, night, Sunday and holiday each carry their own multiplier. Group rows under the right shift heading.</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You do not enter them.</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Per diem</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Charged per person per day. Pulled from the Masterlist where the role has one.</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and what every CE so far uses. Next slide.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 rows already on the CE keep theirs. Days is live on Tier 2 only, Hours on Tier 3 only.</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and cost — the same as any other resource. Mobilisation and demobilisation vehicles are entered separately on the Summary tab for on-site jobs.</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already in Prepared By. Sign on screen or on paper.</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Additional costs — one-off charges added on top of the sections above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pull a figure out to show it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Notes print as a numbered list, with breakdown notes labelled by scope number</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is calculated and turns red when a deadline passes. The list opens newest first, by CE number — year, then sequence, then revision.</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Tick two CEs and compare them side by side — useful for a revision against its original.</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Sign in on the banner.</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and maintenance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01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37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A CE Number can only be used once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p:txBody>
      </p:sp>
      <p:sp>
        <p:nvSpPr>
          <p:cNvPr id="7" name="Shape 5"/>
          <p:cNvSpPr/>
          <p:nvPr/>
        </p:nvSpPr>
        <p:spPr>
          <a:xfrm>
            <a:off x="6400800" y="1408176"/>
            <a:ext cx="5221224" cy="201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362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841248" y="378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09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read the banner at the top of the screen before anything else.</a:t>
            </a:r>
            <a:endParaRPr lang="en-US" sz="1150" dirty="0"/>
          </a:p>
        </p:txBody>
      </p:sp>
      <p:sp>
        <p:nvSpPr>
          <p:cNvPr id="21" name="Text 19"/>
          <p:cNvSpPr/>
          <p:nvPr/>
        </p:nvSpPr>
        <p:spPr>
          <a:xfrm>
            <a:off x="566928" y="506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