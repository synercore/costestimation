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22.xml"/><Relationship Id="rId31" Type="http://schemas.openxmlformats.org/officeDocument/2006/relationships/slide" Target="slides/slide10.xml"/><Relationship Id="rId32" Type="http://schemas.openxmlformats.org/officeDocument/2006/relationships/slide" Target="slides/slide17.xml"/><Relationship Id="rId33" Type="http://schemas.openxmlformats.org/officeDocument/2006/relationships/slide" Target="slides/slide23.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and each shift ends with a SUB TOTAL of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Both it and the OT rate are boxes you can edit — a changed one is marked ●. Edits apply to this CE only.</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Hover SIL &amp; ECC for the ₱30 ECC. 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already in Prepared By. Sign on screen or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