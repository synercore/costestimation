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66" r:id="rId12"/>
    <p:sldId id="277" r:id="rId28"/>
    <p:sldId id="278" r:id="rId29"/>
    <p:sldId id="267" r:id="rId13"/>
    <p:sldId id="268" r:id="rId14"/>
    <p:sldId id="281" r:id="rId32"/>
    <p:sldId id="269" r:id="rId15"/>
    <p:sldId id="270" r:id="rId16"/>
    <p:sldId id="271" r:id="rId1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5.xml"/><Relationship Id="rId14" Type="http://schemas.openxmlformats.org/officeDocument/2006/relationships/slide" Target="slides/slide16.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3.xml"/><Relationship Id="rId20" Type="http://schemas.openxmlformats.org/officeDocument/2006/relationships/slide" Target="slides/slide24.xml"/><Relationship Id="rId21" Type="http://schemas.openxmlformats.org/officeDocument/2006/relationships/slide" Target="slides/slide25.xml"/><Relationship Id="rId22" Type="http://schemas.openxmlformats.org/officeDocument/2006/relationships/slide" Target="slides/slide26.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22.xml"/><Relationship Id="rId31" Type="http://schemas.openxmlformats.org/officeDocument/2006/relationships/slide" Target="slides/slide10.xml"/><Relationship Id="rId32" Type="http://schemas.openxmlformats.org/officeDocument/2006/relationships/slide" Target="slides/slide17.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rather than mysterious — they are different crews on different tasks. Change a row’s task here or in SOW Breakdown.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Regular, night, Sunday and holiday each carry their own multiplier. Both it and the OT rate are boxes you can edit — a changed one is marked ●. Edits apply to this CE only.</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Hover SIL &amp; ECC: the ₱30 ECC is charged per person on each shift entry</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Always prefer this over typing.</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Can, Gallon, Drum, Kg, sq.m, L.M. and more. An unusual unit from an imported file is kept as it was.</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and cost — the same as any other resource. Mobilisation and demobilisation vehicles are entered separately on the Summary tab for on-site jobs.</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already in Prepared By. Sign on screen or on paper.</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and shares it with the team. A draft DOES show in CE Monitoring as open work, and can still be edited. Saving the CE clears it.</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SAME document as a formatted Excel workbook — one sheet per printed page, same headings and columns, with the black section bars and borders of the master CE. Figures arrive as numbers, so a column still totals.</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Notes print as a numbered list, with breakdown notes labelled by scope number</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 CE, or print one. 🖨 CE and ⬇ xlsx produce its documents in a new tab, leaving the CE you are working on untouched. Clone and Revise copy it.</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 "+2 rev" opens the older ones, and counts and totals include the job once. Tick two CEs to compare them side by side.</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A CE Number can only be used once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only your CEs and requests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