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7" r:id="rId28"/>
    <p:sldId id="278" r:id="rId29"/>
    <p:sldId id="267" r:id="rId13"/>
    <p:sldId id="268" r:id="rId14"/>
    <p:sldId id="269" r:id="rId15"/>
    <p:sldId id="270" r:id="rId16"/>
    <p:sldId id="271" r:id="rId17"/>
    <p:sldId id="272" r:id="rId18"/>
    <p:sldId id="279" r:id="rId30"/>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2.xml"/>  <Relationship Id="rId29" Type="http://schemas.openxmlformats.org/officeDocument/2006/relationships/slide" Target="slides/slide23.xml"/>
  <Relationship Id="rId30" Type="http://schemas.openxmlformats.org/officeDocument/2006/relationships/slide" Target="slides/slide2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Deleting a main item also deletes its sub-steps and every resource assigned to them. The app tells you how many and gives you 10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rather than mysterious — they are different crews on different tasks. Change a row’s task here or in SOW Breakdown.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Regular, night, Sunday and holiday each carry their own multiplier. Both it and the OT rate are boxes you can edit — a changed one is marked ●. Edits apply to this CE only.</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You do not enter them.</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Per diem</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Charged per person per day. Pulled from the Masterlist where the role has one.</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Always prefer this over typing.</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62 units grouped by kind — Pcs, Box, Can, Gallon, Drum, Kg, sq.m, L.M. and more. An unusual unit from an imported file is kept as it was.</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 rows already on the CE keep theirs. Days is live on Tier 2 only, Hours on Tier 3 only.</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and cost — the same as any other resource. Mobilisation and demobilisation vehicles are entered separately on the Summary tab for on-site jobs.</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already in Prepared By. Sign on screen or on paper.</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Additional costs — one-off charges added on top of the sections above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pull a figure out to show it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and shares it with the team. A draft DOES show in CE Monitoring as open work, and can still be edited. Saving the CE clears it.</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SAME document as a formatted Excel workbook — one sheet per printed page, same headings and columns, with the black section bars and borders of the master CE. Figures arrive as numbers, so a column still totals.</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Notes print as a numbered list, with breakdown notes labelled by scope number</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Press Status on a row to change it and see the trail — every change, who made it and when. Customer, job title, dates, received by and remarks are edited in place.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 CE, or print one. 🖨 CE and ⬇ xlsx produce its documents in a new tab, leaving the CE you are working on untouched. Clone and Revise copy it.</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Tick two CEs and compare them side by side — useful for a revision against its original.</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Sign in on the banner.</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maintenance and a power rating in kW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Power (kW),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A CE Number can only be used once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 power is charged on Shopworks only, and never on a row with no kW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read the banner at the top of the screen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An onsite job runs on the client’s supply, so nothing is charged for power there. The three power columns appear on a Shopworks CE and nowhere else.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