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5" r:id="rId36"/>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86" r:id="rId3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4.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24.xml"/><Relationship Id="rId31" Type="http://schemas.openxmlformats.org/officeDocument/2006/relationships/slide" Target="slides/slide10.xml"/><Relationship Id="rId32" Type="http://schemas.openxmlformats.org/officeDocument/2006/relationships/slide" Target="slides/slide19.xml"/><Relationship Id="rId33" Type="http://schemas.openxmlformats.org/officeDocument/2006/relationships/slide" Target="slides/slide25.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opens on 🏠 My Work — your to-do list. Then work the tabs left to right; each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Onsite jobs run on the client’s supply, so power is never charged there. The columns show on Shopworks CEs while an admin has ⚡ Tool Power ON.</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Link a line to a user and give it a Step to route it for approval in the app (see Approvals). Unlinked lines are signed by hand as before.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costs charged once per job, e.g. transport) ÷ Quantity. The once-per-job total shows under it.</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 and Discipline is required. On the Summary the Keep group reads Resume Work · Draft · Save · Revise; hover any button for what it does.</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for the team; it shows in CE Monitoring and saving clears it. Only its owner or an admin can delete one, after a warning.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to print or save as PDF. 👁 Preview shows it in one window without the print dialog. Both work offline.</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CE as a formatted Excel workbook, figures as numbers. Title bars take the company colour — green SY3, orange Synercore; change it in Admin → Companies → Header Bar Color.</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OT HRS/DAY is what you typed; AOT is that ×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Remarks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Status and 💬 Remarks each keep a trail: every change or remark, who and when; the column shows the latest. ✎ Edit covers customer, job title and dates.</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View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Buttons are grouped by row: Status · Remarks · Assign, then View · Load · Edit, then CE · xlsx · 📎. 👁 View also works on drafts; ⬇ xlsx downloads without opening a tab. ✍ Awaiting my signature filters to CEs waiting on you.</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"+2 rev" opens older ones. ⚖ Diff on a revision compares it with its base, section by section, Mob/Demob included.</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cost, life, maintenance and kW — 💲 works out the tier prices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tier figures and Power (kW) included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red x asks first; deleted items go to 🗑 Trash for 30 days to Restore</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START HERE · MY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waiting on you</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first tab, and where the app opens. It lists only what concerns you, newest revision of each CE only.</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 numbers across the top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Awaiting my signature — approvals routed to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CEs assigned — with how many are overdue or due within 3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Returned to me — CEs an approver sent back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Submitted this month, with value · On-time rate (red under 80%) · Won this year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lists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For my approval — 👁 View, then Approve &amp; Sign or Return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Returned to me — Load it, fix it, submit again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open CEs — most urgent first, with the deadline countdown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drafts — Resume · ⏳ My CEs in approval — who it waits on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For review — CEs at For Approval that are not routed for signing</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9 · APPROVALS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Review and sign in the app</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Approvers read and sign the CE without loading it. Every signature is stamped with who signed and when.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Routing it (Summary → Signatories)</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Link each signatory line to a user account; give it a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Same step = sign at the same time; the next step opens when all have signed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after another · All at once set the steps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Submit for approval saves it and sets Monitoring to For Approval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Withdraw (submitter or admin) takes it back and clears signatures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Signing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From My Work or ✍ Awaiting my signature: 👁 View → ✍ Approve &amp; Sign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Draw your signature; it is watermarked “E-SIGNED · name” with date, time and CE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printed CE shows “e-signed” and the time under each name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 needs a comment — it goes to Remarks and clears the signatures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Change the figures after submitting and every signature is cleared; it restarts at step 1</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