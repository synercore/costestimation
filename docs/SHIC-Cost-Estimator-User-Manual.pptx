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4.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24.xml"/><Relationship Id="rId31" Type="http://schemas.openxmlformats.org/officeDocument/2006/relationships/slide" Target="slides/slide10.xml"/><Relationship Id="rId32" Type="http://schemas.openxmlformats.org/officeDocument/2006/relationships/slide" Target="slides/slide19.xml"/><Relationship Id="rId33" Type="http://schemas.openxmlformats.org/officeDocument/2006/relationships/slide" Target="slides/slide25.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in Prepared By. A signature drawn on screen is saved with the CE.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