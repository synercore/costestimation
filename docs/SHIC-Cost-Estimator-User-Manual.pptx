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Days column exists on Tools only — equipment is often hired by the day. Materials and PPE are one-off purchases.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margin is saved with the CE. Until recently it was silently discarded on save — if you reopen an old CE and the selling price line is missing, that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vs Save is the distinction people get wrong. A draft is private and unfinished; a saved CE is the record the team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 CE is the deliverable. Everything before it exists to make this page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Monitoring is the register the whole team reads. Keeping status and remarks current is what makes it worth having.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one matters most: a permission refusal is not a session problem, and signing in again just wastes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Whoever maintains rates should own the Masterlist. Estimators should be picking from it, not typing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Work left to right. You can jump around, but each tab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Deleting a main item also deletes its sub-steps and every resource assigned to them. The app tells you how many and gives you 10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rather than mysterious — they are different crews on different tasks. Change a row’s task here or in SOW Breakdown.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Regular, night, Sunday and holiday each carry their own multiplier. Group rows under the right shift heading.</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You do not enter them.</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Per diem</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Charged per person per day. Pulled from the Masterlist where the role has one.</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qty × days × unit cost. Leave Days at 1 for a one-off charge; set it for hired plant.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Always prefer this over typing.</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Updates every matching row to the current Masterlist rate. Use it on an older CE before requoting.</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62 units grouped by kind — Pcs, Box, Can, Gallon, Drum, Kg, sq.m, L.M. and more. An unusual unit from an imported file is kept as it was.</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and cost — the same as any other resource. Mobilisation and demobilisation vehicles are entered separately on the Summary tab for on-site jobs.</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Prepared by, checked by, approved by. Sign on screen or leave blank to sign on paper.</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the Quantity you set on Project Info.</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Additional costs — one-off charges added on top of the sections above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pull a figure out to show it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Mobilisation and demobilisation vehicles, for on-site jobs</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under your name. Drafts are not CEs — they do not appear in Monitoring.</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tells you when that CE was saved. Use Revise if you meant to supersede it, or pick a new number.</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in a print window: cover, cost summary, manpower loading, resources, scope of work and signature blocks. Print it or save as PDF.</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On the Summary tab. Writes the SAME document as an Excel workbook — one sheet per printed page, same headings, same columns. Figures come through as numbers, so you can total a column.</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The AOT column is total overtime hours — your per-day figure multiplied by the days</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Notes print as a numbered list, with breakdown notes labelled by scope number</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Rows priced at ₱0.00 are left out of the manpower table</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Editable columns</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Customer, job title, dates, received by, status and remarks are yours to maintain. Click a cell and type.</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is calculated for you and turns red when a deadline passes.</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Clone · Revise</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Open any CE straight from this list, or copy it as the starting point for a new one.</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Tick two CEs and compare them side by side — useful for a revision against its original.</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Rates, the Scope Library and your saved CEs are already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Press Sign in on the banner.</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Local draft found</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app kept a copy of unfinished work from last time.</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Resume to carry on, or Dismiss to discard it.</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If one disappears before you read it, the same information is on the Check CE panel or the banner.</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you pick in a CE comes from here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Update a rate once and use ↺ Sync Rates on an older CE to bring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does not alter CEs already saved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01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37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A CE Number can only be used once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Consolidate the crew before you generate</a:t>
            </a:r>
            <a:endParaRPr lang="en-US" sz="1150" dirty="0"/>
          </a:p>
        </p:txBody>
      </p:sp>
      <p:sp>
        <p:nvSpPr>
          <p:cNvPr id="7" name="Shape 5"/>
          <p:cNvSpPr/>
          <p:nvPr/>
        </p:nvSpPr>
        <p:spPr>
          <a:xfrm>
            <a:off x="6400800" y="1408176"/>
            <a:ext cx="5221224" cy="201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362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841248" y="378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09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and the Days on your manpower rows. If your work is not reaching the team, read the banner at the top of the screen before anything else.</a:t>
            </a:r>
            <a:endParaRPr lang="en-US" sz="1150" dirty="0"/>
          </a:p>
        </p:txBody>
      </p:sp>
      <p:sp>
        <p:nvSpPr>
          <p:cNvPr id="21" name="Text 19"/>
          <p:cNvSpPr/>
          <p:nvPr/>
        </p:nvSpPr>
        <p:spPr>
          <a:xfrm>
            <a:off x="566928" y="506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