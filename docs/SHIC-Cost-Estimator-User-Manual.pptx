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66" r:id="rId12"/>
    <p:sldId id="277" r:id="rId28"/>
    <p:sldId id="278" r:id="rId29"/>
    <p:sldId id="267" r:id="rId13"/>
    <p:sldId id="268" r:id="rId14"/>
    <p:sldId id="281" r:id="rId32"/>
    <p:sldId id="269" r:id="rId15"/>
    <p:sldId id="270" r:id="rId16"/>
    <p:sldId id="271" r:id="rId17"/>
    <p:sldId id="272" r:id="rId18"/>
    <p:sldId id="279" r:id="rId30"/>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25.xml"/><Relationship Id="rId32"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rather than mysterious — they are different crews on different tasks. Change a row’s task here or in SOW Breakdown.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Both it and the OT rate are boxes you can edit — a changed one is marked ●. Edits apply to this CE only.</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already in Prepared By. Sign on screen or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can only be used once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Hover SIL &amp; ECC: the ₱30 ECC is charged per person on each shift entry</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